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730" y="3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25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自動圖表 × AI 指令教學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— 用 AI 一次搞定 8 種專業圖表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不會寫程式也能自動化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B4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 vs  Copilot  |  真實執行結果對比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 8 種 Excel 圖表的 Prompt 寫法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折線圖、柱狀圖、圓餅圖、長條圖、組合圖、雷達圖、散佈圖、堆疊柱狀圖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學會指定圖表格式細節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配色、字體、數字格式、圖表位置、資料標籤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能獨立撰寫「資料 → 圖表」的完整指令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 Prompt 就能產出 9 個 Excel 檔案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痛點：為什麼需要自動化圖表？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310896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傳統做法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 每月要製作多份視覺化報表（營收趨勢、銷售比較、市占率…）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 手動在 Excel 選取資料 → 插入圖表 → 調整格式，重複數十次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 改一個數字就要重做整張圖表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 不同報表的格式不統一，難以維護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54864" cy="3108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一段 Prompt 產出 8 種圖表 + 儀表板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格式、配色、位置全部自動化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修改數據後重跑一次即可更新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Gemini / Copilot 均可執行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本課目標：用一段完整的 Prompt，讓 AI 自動讀取 5 份 Excel → 產出 9 個圖表報表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工具介紹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3108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開發商：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安裝：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@google/gemini-cli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模式自動核准操作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執行方式：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-p "$(cat prompt.txt)" -y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本次實測：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 9 個檔案，470 行程式碼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31089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(Claude)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開發商：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Anthropic (Claude Sonnet)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安裝：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特點：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--allow-all 自動核准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執行方式：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"$(cat prompt.txt)" --allow-all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本次實測：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 9 個檔案，659 行程式碼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資料集總覽：5 份 Excel 輸入檔案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4688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檔案名稱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用途說明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monthly_sales_detail.xlsx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240 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月度銷售明細（4 區域 × 5 產品 × 12 月）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salesperson_performance.xlsx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 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業務員年度績效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market_share.xlsx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品牌市占率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customer_survey.xlsx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各區域客戶滿意度（5 維度）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budget_vs_actual.xlsx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月度預算 vs 實際金額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6576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Shape 3"/>
          <p:cNvSpPr/>
          <p:nvPr/>
        </p:nvSpPr>
        <p:spPr>
          <a:xfrm>
            <a:off x="365760" y="370332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總營收
</a:t>
            </a:r>
            <a:r>
              <a:rPr lang="en-US" sz="1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435,314,125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365760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3200400" y="3703320"/>
            <a:ext cx="54864" cy="10058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38328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總毛利
</a:t>
            </a:r>
            <a:r>
              <a:rPr lang="en-US" sz="18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151,206,941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65760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6035040" y="3703320"/>
            <a:ext cx="54864" cy="100584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621792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
</a:t>
            </a:r>
            <a:r>
              <a:rPr lang="en-US" sz="18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34.7%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種圖表 + 1 整合儀表板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月度營收趨勢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54864" cy="13716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651760" y="1097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8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區域產品銷售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群組柱狀圖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54864" cy="137160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1097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市占率分析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圓餅圖 + 環圈圖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812280" y="105156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949440" y="1097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業績排名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水平長條圖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54864" cy="13716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0292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8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 vs 實際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2514600" y="2788920"/>
            <a:ext cx="54864" cy="137160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65176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8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客戶滿意度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5176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663440" y="278892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80060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 vs 毛利率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0060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1228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6812280" y="2788920"/>
            <a:ext cx="54864" cy="13716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94944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82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季度堆疊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堆疊柱狀圖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548640" y="4544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chart_dashboard.xlsx — 4 個工作表的整合儀表板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Prompt </a:t>
            </a:r>
            <a:r>
              <a:rPr lang="en-US" sz="2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設計六大原則</a:t>
            </a:r>
            <a:r>
              <a:rPr lang="zh-TW" alt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2200" b="1" dirty="0">
                <a:solidFill>
                  <a:srgbClr val="FF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可以跟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r>
              <a:rPr lang="zh-TW" altLang="en-US" sz="2200" b="1" dirty="0">
                <a:solidFill>
                  <a:srgbClr val="FF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r>
              <a:rPr lang="en-US" altLang="zh-TW" sz="2200" b="1" dirty="0">
                <a:solidFill>
                  <a:srgbClr val="FF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指定圖表類型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中文名 + 英文類別名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54864" cy="14630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38328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明確資料範圍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軸欄位 + Y 軸欄位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54864" cy="146304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12344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宣告格式細節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字體、千分位、折線寬度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54864" cy="146304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02920" y="30632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指定配色方案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Hex 色碼如 #2F5496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246120" y="2971800"/>
            <a:ext cx="54864" cy="14630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3383280" y="30632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33832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9476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指定位置大小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290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儲存格 + 寬高單位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92608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126480" y="297180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6263640" y="30632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263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7512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資料標籤設定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百分比/數值/類別名稱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 1：指定圖表類型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74720" cy="914400"/>
          </a:xfrm>
          <a:prstGeom prst="rect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「幫我畫一張圖」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正確的寫法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「用折線圖 (LineChart) 呈現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各區域月度營收趨勢」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 2：明確指定資料範圍與欄位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74720" cy="914400"/>
          </a:xfrm>
          <a:prstGeom prst="rect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「用銷售資料畫圖」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正確的寫法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「X 軸 = 年月欄位（2025-01 到 2025-12）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軸 = 各區域的營收加總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每個區域一條線」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 3：宣告格式細節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74720" cy="914400"/>
          </a:xfrm>
          <a:prstGeom prst="rect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「圖表弄漂亮一點」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正確的寫法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「標題字體 14pt 粗體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軸格式千分位 #,##0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圖例放在圖表下方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折線寬度 2.5pt（25000 EMU）」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 4：指定配色方案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74720" cy="914400"/>
          </a:xfrm>
          <a:prstGeom prst="rect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「顏色看著辦」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正確的寫法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「北區=深藍(#2F5496)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中區=暗紅(#C00000)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南區=深綠(#548235)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東區=深金(#BF8F00)」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 5：指定圖表位置與大小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74720" cy="914400"/>
          </a:xfrm>
          <a:prstGeom prst="rect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「把圖表放在資料下面」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正確的寫法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「圖表放在 A15 儲存格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寬度 28 個單位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高度 15 個單位」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 6：指定資料標籤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不好的寫法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474720" cy="914400"/>
          </a:xfrm>
          <a:prstGeom prst="rect">
            <a:avLst/>
          </a:prstGeom>
          <a:solidFill>
            <a:srgbClr val="FD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28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「顯示數字」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54864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正確的寫法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56616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「圓餅圖顯示類別名稱 + 百分比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不顯示數值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散佈圖顯示 Y 軸值」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Prompt 結構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= 任務描述 + 資料來源 + 圖表規格 + 格式要求 + 輸出位置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138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請在 04-excel-charts/ 建立 chart_generator.py，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讀取 raw/ 的 5 個 Excel → 產出 8 個圖表到 output/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 共用格式規範 ══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表頭：粗體白字 11pt、深色底、置中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所有儲存格加細框線、自動調整欄寬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 圖表 1：月度營收趨勢折線圖 ══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檔名：01_monthly_revenue_trend.xlsx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資料來源：monthly_sales_detail.xlsx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處理：依「年月」和「區域」加總營收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圖表類型：折線圖 (LineChart)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X 軸 = 月份、Y 軸 = 營收（千分位 #,##0）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折線寬度 25000 EMU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放在 A15、寬 28 高 15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...（後續 7 個圖表 + 儀表板規格）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Prompt 約 100 行，包含 8 張圖表 + 1 儀表板的詳細規格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真實執行記錄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Terminal Log（節錄）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5603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check the installed Python packages to ensure `pandas` and `openpyxl` are available.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check the Python version to ensure that the `python` command is correctly pointing to a valid executable.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use the `where python` command to locate the path of the Python executable.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execute the `check_columns.py` script to get a clear list of the column names for each Excel file.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run the `check_columns_unicode.py` script to ensure that I have the correct column names for each Excel file.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now execute the script to generate the reports.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will rerun the script to ensure the changes have been correctly implemented.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已在 `04-excel-charts/` 建立 `chart_generator.py`，並於 `output/` 資料夾產出以下檔案：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397764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程式碼行數
</a:t>
            </a:r>
            <a:r>
              <a:rPr lang="en-US" sz="20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97764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200400" y="4023360"/>
            <a:ext cx="54864" cy="82296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產出檔案數
</a:t>
            </a:r>
            <a:r>
              <a:rPr lang="en-US" sz="20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9776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035040" y="4023360"/>
            <a:ext cx="54864" cy="82296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執行時間
</a:t>
            </a:r>
            <a:r>
              <a:rPr lang="en-US" sz="20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產出的程式碼（節錄）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84048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 import Workbook, load_workbook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openpyxl.utils.dataframe import dataframe_to_rows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openpyxl.styles import Font, Alignment, PatternFill, Border, Side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 import (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LineChart, BarChart, PieChart, DoughnutChart,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RadarChart, ScatterChart, Series, Reference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openpyxl.chart.label import DataLabelList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openpyxl.chart.series import DataPoint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openpyxl.chart.axis import ChartLines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openpyxl.drawing.line import LineProperties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openpyxl.chart.marker import Marker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設定路徑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RAW_DIR = "raw"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= "output"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os.makedirs(OUTPUT_DIR, exist_ok=True)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顏色定義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'dark_blue': '2F5496',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'dark_red': 'C00000',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'dark_green': '548235',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'dark_gold': 'BF8F00',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'purple': '7030A0',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'sky_blue': '00B0F0',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'golden_yellow': 'FFC000',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'orange': 'FF6600',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'light_blue': 'B4C6E7',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'white': 'FFFFFF',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'grey': 'A5A5A5'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apply_common_style(ws, header_color_hex='2F5496'):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"""套用共用格式：表頭、框線、自動欄寬"""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thin_border = Border(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left=Side(style='thin'),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right=Side(style='thin'),
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採用函式 + 字典顏色定義的架構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(Claude) 真實執行記錄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Terminal Log（節錄）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5603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List directory .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List raw Excel files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Get-ChildItem "C:\Users\kuan6\cowork\excel-tutorial\04-excel-charts\raw" | Select-Object Name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Inspect all raw Excel files columns and sample data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"C:\Users\kuan6\cowork\excel-tutorial\04-excel-charts" &amp;&amp; python -c 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Inspect all raw Excel files columns and sample data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Set-Location "C:\Users\kuan6\cowork\excel-tutorial\04-excel-charts"; python -c 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Find python executable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where.exe python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Inspect all raw Excel files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C:\Users\kuan6\miniconda3\python.exe -c 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I have all the data structure. Let me write the complete `chart_generator.py`: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Create chart_generator.py (+660)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Run chart_generator.py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397764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程式碼行數
</a:t>
            </a:r>
            <a:r>
              <a:rPr lang="en-US" sz="2000" b="1" dirty="0">
                <a:solidFill>
                  <a:srgbClr val="703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977640"/>
            <a:ext cx="2560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200400" y="4023360"/>
            <a:ext cx="54864" cy="82296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38328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產出檔案數
</a:t>
            </a:r>
            <a:r>
              <a:rPr lang="en-US" sz="20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9776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035040" y="4023360"/>
            <a:ext cx="54864" cy="82296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執行時間
</a:t>
            </a:r>
            <a:r>
              <a:rPr lang="en-US" sz="20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產出的程式碼（節錄）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84048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python3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-*- coding: utf-8 -*-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 圖表自動生成器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讀取 raw/ 資料夾的 5 個 Excel，產生 8 個圖表報表 + 1 個整合儀表板到 output/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 import Workbook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openpyxl.styles import Font, PatternFill, Alignment, Border, Side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openpyxl.utils import get_column_letter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 import (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LineChart, BarChart, PieChart, RadarChart, ScatterChart,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DoughnutChart, Reference, Series,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openpyxl.chart.series import DataPoint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openpyxl.chart.label import DataLabel, DataLabelList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═══════════════════════════════════════════════════════════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顏色常數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═══════════════════════════════════════════════════════════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C_BLUE   = "2F5496"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C_RED    = "C00000"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C_GREEN  = "548235"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C_GOLD   = "BF8F00"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C_PURPLE = "7030A0"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C_SKY    = "00B0F0"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C_YELLOW = "FFC000"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C_ORANGE = "FF6600"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C_GRAY   = "A5A5A5"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C_LBLUE  = "B4C6E7"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C_WHITE  = "FFFFFF"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PALETTE = [C_BLUE, C_RED, C_GREEN, C_GOLD, C_PURPLE, C_SKY, C_YELLOW, C_ORANGE]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═══════════════════════════════════════════════════════════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共用格式工具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═══════════════════════════════════════════════════════════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採用常數 + write_df() 共用工具的架構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vs Copilot 執行結果比較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Gemini CLI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Copilot (Claude)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程式碼行數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470 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659 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產出檔案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 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 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執行時間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 min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~5 min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程式架構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函式 + 字典顏色定義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常數 + 共用 write_df()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字體設定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Calibri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系統預設（無指定）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顏色管理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字典 COLORS = {...}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常數 C_BLUE = ...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資料寫入方式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dataframe_to_rows()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itertuples() 逐行寫入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雷達圖處理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add_data() 一次加入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逐列建立 Series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散佈圖標記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預設標記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circle 8pt + solidFill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組合圖副軸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y_axis.crosses=max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y_axis.crosses=max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任務完成度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9/9 檔案 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9/9 檔案 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1：月度營收趨勢折線圖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 (LineChart)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monthly_sales_detail.xlsx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依年月+區域加總營收做 pivot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區域各一條線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折線寬度 25000 EMU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軸千分位格式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真實資料（各區域年度總營收）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北區
</a:t>
            </a: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108,956,864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南區
</a:t>
            </a: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111,627,414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東區
</a:t>
            </a: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110,427,322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中區
</a:t>
            </a: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104,302,525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2：區域產品銷售柱狀圖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群組柱狀圖 (BarChart col/clustered)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monthly_sales_detail.xlsx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依區域+產品加總營收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表頭用綠色底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每產品一根柱子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真實資料（各產品年度營收）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筆記型電腦
</a:t>
            </a: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107,288,737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智慧手機
</a:t>
            </a: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159,107,545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桌上型電腦
</a:t>
            </a: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84,184,731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平板電腦
</a:t>
            </a: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64,013,416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
</a:t>
            </a:r>
            <a:r>
              <a:rPr lang="en-US" sz="12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20,719,696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3：市占率圓餅圖與環圈圖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圓餅圖 + 環圈圖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market_share.xlsx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 A10 圓餅圖 + 右邊 K10 環圈圖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自訂扇區顏色（DataPoint）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顯示類別名+百分比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表頭橘色底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真實資料（市占率）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自有品牌
</a:t>
            </a: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32.5%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+8.7%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品牌A
</a:t>
            </a: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24.8%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+13.2%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品牌B
</a:t>
            </a: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18.3%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+8.2%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品牌C
</a:t>
            </a: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12.1%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-2.2%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品牌D
</a:t>
            </a: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7.6%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+2.2%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
</a:t>
            </a: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4.7%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+2.5%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4：業務員績效排名長條圖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水平長條圖 (BarChart type=bar)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salesperson_performance.xlsx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依實際業績升序排列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深藍色長條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位業務員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放在 F1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5：預算 vs 實際組合圖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組合圖（柱狀+折線雙軸）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budget_vs_actual.xlsx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主軸柱狀：預算(淺藍)+實際(深藍)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副軸折線：差異率(暗紅)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axId=200 設副軸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crosses=min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組合圖關鍵技術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建立 BarChart 加柱狀系列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建立 LineChart 加折線系列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line_chart.y_axis.axId = 200    # 設定副軸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bar_chart.y_axis.crosses = "min" # 避免 Y 軸跑掉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bar_chart += line_chart          # 合併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6：客戶滿意度雷達圖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雷達圖 (RadarChart marker)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customer_survey.xlsx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每區域一條線、5 維度為軸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需逐列建立 Series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表頭橘色底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真實資料（5 維度滿意度分數）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產品品質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售後服務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價格合理性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交貨速度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技術支援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南區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7：產品營收 vs 毛利率散佈圖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散佈圖 (ScatterChart)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monthly_sales_detail.xlsx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依產品加總營收與毛利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計算毛利率 = 毛利/營收×100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散佈點不連線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 Y 值標籤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54864" cy="1554480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真實資料（產品營收 vs 毛利率）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筆記型電腦
</a:t>
            </a: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35.5%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智慧手機
</a:t>
            </a: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34.5%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桌上型電腦
</a:t>
            </a: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34.6%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平板電腦
</a:t>
            </a: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34.5%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
</a:t>
            </a: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 34.2%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8：區域季度堆疊柱狀圖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圖表規格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堆疊柱狀圖 (stacked)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monthly_sales_detail.xlsx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08_*.xlsx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192024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要點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依年月算季度 Q1-Q4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再依季度+區域加總營收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表頭綠色底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放在 A8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 1：圖表沒有顯示資料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原因：add_data() 的 titles_from_data=True 設定，但 min_row 設錯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錯誤：min_row 從 2 開始，但設了 titles_from_data=True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Reference(ws, min_col=2, min_row=2, max_row=ws.max_row)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chart.add_data(data, titles_from_data=True)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4864" cy="9144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正確：min_row 從 1 開始（包含標題列）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Reference(ws, min_col=2, min_row=1, max_row=ws.max_row)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chart.add_data(data, titles_from_data=True)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54864" cy="9144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和 Copilot 在這點上都正確處理了 — 但如果你手動調整程式碼要特別注意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 2：圓餅圖顏色沒生效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原因：需要用 DataPoint 逐一設定每個扇區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82880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正確做法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openpyxl.chart.series import DataPoint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["2F5496", "C00000", "548235", "BF8F00", "7030A0", "A5A5A5"]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color in enumerate(colors):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pt = DataPoint(idx=i)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pt.graphicalProperties.solidFill = color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pie.series[0].data_points.append(pt)  # 或 dPt.append(pt)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data_points.append(pt) — 兩種方式都正確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Copilot：</a:t>
            </a: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dPt.append(pt) — 這是 openpyxl 內部屬性名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 3：組合圖折線被壓扁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原因：忘記設定副軸 axId = 200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正確：設定副軸 ID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line_chart.y_axis.axId = 200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bar_chart.y_axis.crosses = "min"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bar_chart += line_chart  # 合併圖表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兩個工具都正確地設置了副軸：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&amp; Copilot 均使用 line_chart.y_axis.axId = 200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且都設定了 y_axis.crosses 確保軸位置正確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圖表選型決策樹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你的資料要表達什麼？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82880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趨勢變化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417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月度營收趨勢（圖表 1）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11096"/>
            <a:ext cx="1828800" cy="384048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31520" y="19110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分類比較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91109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911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柱狀圖/長條圖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911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區域銷售比較（圖表 2/4）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04872"/>
            <a:ext cx="1828800" cy="384048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31520" y="2404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佔比分析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4048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404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圓餅圖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404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市占率分佈（圖表 3）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898648"/>
            <a:ext cx="182880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1520" y="2898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雙軸比較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28986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2898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898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 vs 實際（圖表 5）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392424"/>
            <a:ext cx="1828800" cy="384048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31520" y="33924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多維度評估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39242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0" y="3392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雷達圖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3924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客戶滿意度（圖表 6）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1828800" cy="3840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31520" y="3886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相關性分析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38862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17520" y="3886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散佈圖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3886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 vs 毛利率（圖表 7）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379976"/>
            <a:ext cx="1828800" cy="384048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731520" y="43799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組成結構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43799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01752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堆疊柱狀圖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43799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季度區域營收（圖表 8）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最佳實踐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先產生假資料再處理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避免將公司真實資料給 AI，用 generate_data.py 產生一致的測試資料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892040" y="11430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共用格式集中宣告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把表頭樣式、框線、欄寬放在 Prompt 最前面，避免重複描述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4231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用英文類別名輔助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LineChart、BarChart type='col' 等，讓 AI 直接對應 openpyxl 類別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 Excel 格式碼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#,##0（千分位）、0.0%（百分比），直接用 Excel 的 numFmt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502920" y="37033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測試單一圖表再擴展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 AI 產出一張圖表確認正確，再擴展到完整 8 張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754880" y="3611880"/>
            <a:ext cx="54864" cy="10058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892040" y="37033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8920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保留中英文對照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中同時寫中文名稱和英文類別名，減少歧義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延伸應用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48640" cy="256032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條件式格式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達成率 ≥100% 綠色、80-99% 黃色、&lt;80% 紅色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548640" cy="256032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迷你走勢圖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每列最後加 Sparkline 顯示 12 個月趨勢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548640" cy="256032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動態篩選圖表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337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下拉選單選區域，圖表自動更新（需 VBA）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0C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548640" cy="256032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PNG 圖片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圖表另存 150 DPI 圖片，放入簡報或報告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品質檢查清單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是否指定了圖表類型（中文名 + 英文類別名）？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44168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 X 軸和 Y 軸的欄位？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28216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14400" y="16824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 Y 軸的數字格式（#,##0 或 0.0%）？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2264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14400" y="20665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是否指定了配色方案（hex 色碼）？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是否指定了圖表標題？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是否指定了圖表大小（寬 × 高）？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64408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218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是否指定了圖表位置（哪個儲存格）？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48456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是否指定了資料標籤要顯示什麼？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14400" y="39867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組合圖是否有提到「副軸」？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16552"/>
            <a:ext cx="228600" cy="228600"/>
          </a:xfrm>
          <a:prstGeom prst="rect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370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圓餅圖是否有指定各扇區顏色？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BF8F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一段好的 Prompt，就是最好的自動化工具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本課成果：</a:t>
            </a:r>
            <a:r>
              <a:rPr lang="en-US" sz="140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份 Excel 輸入 → 1 段 Prompt → 9 個圖表報表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B4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CLI  |  Copilot  |  兩個都能完成任務 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2901</Words>
  <Application>Microsoft Office PowerPoint</Application>
  <PresentationFormat>如螢幕大小 (16:9)</PresentationFormat>
  <Paragraphs>645</Paragraphs>
  <Slides>35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9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自動圖表 × AI 指令教學</dc:title>
  <dc:subject>PptxGenJS Presentation</dc:subject>
  <dc:creator>Excel AI Tutorial</dc:creator>
  <cp:lastModifiedBy>李效寬</cp:lastModifiedBy>
  <cp:revision>2</cp:revision>
  <dcterms:created xsi:type="dcterms:W3CDTF">2026-03-13T03:51:16Z</dcterms:created>
  <dcterms:modified xsi:type="dcterms:W3CDTF">2026-03-13T04:49:32Z</dcterms:modified>
</cp:coreProperties>
</file>