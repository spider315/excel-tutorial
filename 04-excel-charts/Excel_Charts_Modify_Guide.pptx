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36576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如何修改 AI 產出的圖表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 AI 下指令的正確方式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B4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搭配 04-excel-charts 課程使用  |  Gemini CLI &amp; Copilot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為什麼需要修改 AI 產出的圖表？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11556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0515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第一次的產出不一定 100% 符合需求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格式、顏色、標籤可能需要微調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65960"/>
            <a:ext cx="54864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02996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1965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業務需求改變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331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例如只看 Q4 資料、新增條件格式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54864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294436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880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想嘗試不同的呈現方式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246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換圖表類型、加網格線、改配色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94760"/>
            <a:ext cx="54864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85876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858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794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上級或客戶有特定偏好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160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字體大小、圖例位置、Y 軸單位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基本指令格式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核心公式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640080"/>
          </a:xfrm>
          <a:prstGeom prst="rect">
            <a:avLst>
              <a:gd name="adj" fmla="val 7143"/>
            </a:avLst>
          </a:prstGeom>
          <a:solidFill>
            <a:srgbClr val="D6E4F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工具  +  「請修改  檔案路徑  ，  具體修改內容」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402336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331720"/>
            <a:ext cx="54864" cy="1371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3474720" cy="777240"/>
          </a:xfrm>
          <a:prstGeom prst="rect">
            <a:avLst>
              <a:gd name="adj" fmla="val 5882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-p "請修改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04-excel-charts/chart_generator_gemini.py，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XXXXXX" -y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402336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331720"/>
            <a:ext cx="54864" cy="137160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3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(Claude)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0" y="2788920"/>
            <a:ext cx="3474720" cy="777240"/>
          </a:xfrm>
          <a:prstGeom prst="rect">
            <a:avLst>
              <a:gd name="adj" fmla="val 5882"/>
            </a:avLst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2880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"請修改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04-excel-charts/chart_generator_copilot.py，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XXXXXX"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8412480" cy="731520"/>
          </a:xfrm>
          <a:prstGeom prst="rect">
            <a:avLst>
              <a:gd name="adj" fmla="val 6250"/>
            </a:avLst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重點：指定正確的檔案路徑 + 說清楚要改什麼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修改指令的五個要素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4023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要素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 指定檔案路徑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讓 AI 知道要改哪個檔案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修改 04-excel-charts/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chart_generator_copilot.py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 指定哪張圖表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用編號或中文名稱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圖表 5（預算 vs 實際組合圖）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 說清楚現狀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才知道要改什麼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目前折線是暗紅色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 說清楚目標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具體的修改內容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改為深綠色 #548235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線寬改 30000 EMU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 要求重跑確認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 output/ 正確更新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改完後請執行腳本，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 output/ 更新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06240"/>
            <a:ext cx="8595360" cy="640080"/>
          </a:xfrm>
          <a:prstGeom prst="rect">
            <a:avLst>
              <a:gd name="adj" fmla="val 7143"/>
            </a:avLst>
          </a:prstGeom>
          <a:solidFill>
            <a:srgbClr val="D6E4F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口訣：哪個檔案 → 哪張圖表 → 現在長怎樣 → 要改成怎樣 → 改完跑一次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1：修改格式（最常見）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場景：老闆說 Y 軸數字太長，要改成「萬元」單位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371600"/>
          </a:xfrm>
          <a:prstGeom prst="rect">
            <a:avLst>
              <a:gd name="adj" fmla="val 3333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"請修改 04-excel-charts/chart_generator_copilot.py，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圖表 1（月度營收折線圖）的 Y 軸改為「萬元」單位，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數值除以 10000，格式改為 #,##0 萬。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改完後執行確認 output/ 更新。"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更多格式修改範例：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「所有圖表的標題字體改為 16pt，圖例移到圖表下方」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「圖表 4（長條圖）加上數值資料標籤，顯示在長條右邊」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「圖表 1 折線圖加上圓形資料標記 (marker)，大小 6pt」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「所有圖表加上灰色網格線，顏色 #D9D9D9」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2：修改資料處理邏輯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場景：只想看 Q4 的銷售資料，不要全年加總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371600"/>
          </a:xfrm>
          <a:prstGeom prst="rect">
            <a:avLst>
              <a:gd name="adj" fmla="val 3333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-p "請修改 04-excel-charts/chart_generator_gemini.py，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圖表 2（區域產品銷售柱狀圖）改為只顯示 Q4（10-12月）的資料，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不要全年加總。圖表標題也改為「Q4 各區域產品銷售營收比較」。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改完後執行確認。" -y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更多資料修改範例：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「圖表 1 折線圖只顯示北區和南區，不要中區和東區」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「圖表 7 散佈圖加上趨勢線 (trendline)」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「圖表 8 堆疊圖改為百分比堆疊 (percentStacked)」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「儀表板新增一個工作表，放各產品年度營收排名」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3：新增功能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場景：在業務員排名表加上條件式格式（紅綠燈）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645920"/>
          </a:xfrm>
          <a:prstGeom prst="rect">
            <a:avLst>
              <a:gd name="adj" fmla="val 2778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"請修改 04-excel-charts/chart_generator_copilot.py，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在圖表 4（業務員績效排名）加入條件式格式：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達成率 ≥ 100%：綠色底 #C6EFCE + 深綠字 #006100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達成率 80%-99%：黃色底 #FFEB9C + 深黃字 #9C6500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達成率 &lt; 80%：紅色底 #FFC7CE + 深紅字 #9C0006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改完後執行確認。"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更多新增功能範例：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「在月度銷售表每列最後加迷你走勢圖 (sparkline)」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「圖表 3 圓餅圖最大扇區稍微拉出 (explode = 0.05)」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「新增一張圖表 9：各產品月度營收熱力圖 (heatmap)」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「把所有圖表另存為 PNG 圖片到 output/images/」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進階：一次下達多個修改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可以在同一個 Prompt 裡列出多項修改，AI 會一次處理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2377440"/>
          </a:xfrm>
          <a:prstGeom prst="rect">
            <a:avLst>
              <a:gd name="adj" fmla="val 1923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"請修改 04-excel-charts/chart_generator_copilot.py：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圖表 1 折線圖：加上圓形資料標記 (marker)，大小 6pt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圖表 3 圓餅圖：最大扇區拉出 (explode=0.05)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圖表 5 組合圖：差異率折線改為虛線 (dash style)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所有圖表：標題字體改為 14pt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改完後請執行 python chart_generator_copilot.py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確認 output/ 全部正常產出。"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3931920"/>
            <a:ext cx="8412480" cy="9144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3977640"/>
            <a:ext cx="54864" cy="82296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建議：小改動可以一次列多項；大改動建議一次改一張，確認沒問題再改下一張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好的指令 vs 不好的指令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474720"/>
          </a:xfrm>
          <a:prstGeom prst="rect">
            <a:avLst>
              <a:gd name="adj" fmla="val 1316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33832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不好的指令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474720" cy="548640"/>
          </a:xfrm>
          <a:prstGeom prst="rect">
            <a:avLst>
              <a:gd name="adj" fmla="val 5000"/>
            </a:avLst>
          </a:prstGeom>
          <a:solidFill>
            <a:srgbClr val="FDEAE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7276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「幫我改一下圖表」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改哪個？改什麼？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3474720" cy="548640"/>
          </a:xfrm>
          <a:prstGeom prst="rect">
            <a:avLst>
              <a:gd name="adj" fmla="val 5000"/>
            </a:avLst>
          </a:prstGeom>
          <a:solidFill>
            <a:srgbClr val="FDEAE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5856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「顏色不好看，換一下」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換成什麼顏色？哪張圖？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474720" cy="548640"/>
          </a:xfrm>
          <a:prstGeom prst="rect">
            <a:avLst>
              <a:gd name="adj" fmla="val 5000"/>
            </a:avLst>
          </a:prstGeom>
          <a:solidFill>
            <a:srgbClr val="FD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4436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「圖表有問題」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什麼問題？預期是什麼？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3474720" cy="548640"/>
          </a:xfrm>
          <a:prstGeom prst="rect">
            <a:avLst>
              <a:gd name="adj" fmla="val 5000"/>
            </a:avLst>
          </a:prstGeom>
          <a:solidFill>
            <a:srgbClr val="FD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3016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「全部重做」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重做什麼？規格呢？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023360" cy="3474720"/>
          </a:xfrm>
          <a:prstGeom prst="rect">
            <a:avLst>
              <a:gd name="adj" fmla="val 1316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51560"/>
            <a:ext cx="54864" cy="3383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好的指令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0" y="1554480"/>
            <a:ext cx="3566160" cy="548640"/>
          </a:xfrm>
          <a:prstGeom prst="rect">
            <a:avLst>
              <a:gd name="adj" fmla="val 5000"/>
            </a:avLst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57276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「修改 chart_generator_copilot.py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1 的 Y 軸改為萬元單位」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240280"/>
            <a:ext cx="3566160" cy="548640"/>
          </a:xfrm>
          <a:prstGeom prst="rect">
            <a:avLst>
              <a:gd name="adj" fmla="val 5000"/>
            </a:avLst>
          </a:prstGeom>
          <a:solidFill>
            <a:srgbClr val="E8F5E9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25856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「圖表 3 圓餅圖配色改為：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自有品牌=#2F5496，品牌A=#C00000…」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926080"/>
            <a:ext cx="3566160" cy="548640"/>
          </a:xfrm>
          <a:prstGeom prst="rect">
            <a:avLst>
              <a:gd name="adj" fmla="val 5000"/>
            </a:avLst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94436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「圖表 5 折線被壓扁，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請確認 axId=200 副軸設定」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611880"/>
            <a:ext cx="3566160" cy="548640"/>
          </a:xfrm>
          <a:prstGeom prst="rect">
            <a:avLst>
              <a:gd name="adj" fmla="val 5000"/>
            </a:avLst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363016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「圖表 2 改為只顯示 Q4 資料，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改完後執行確認」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改壞了怎麼辦？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097280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09728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從備份還原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1417320"/>
            <a:ext cx="7406640" cy="640080"/>
          </a:xfrm>
          <a:prstGeom prst="rect">
            <a:avLst>
              <a:gd name="adj" fmla="val 7143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508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還原原始版本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chart_generator_original.py chart_generator_copilot.py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chart_generator_copilot.py  # 重新產出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54864" cy="10972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46888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幫你復原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2788920"/>
            <a:ext cx="7406640" cy="640080"/>
          </a:xfrm>
          <a:prstGeom prst="rect">
            <a:avLst>
              <a:gd name="adj" fmla="val 7143"/>
            </a:avLst>
          </a:prstGeom>
          <a:solidFill>
            <a:srgbClr val="1E1E1E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2880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"我剛才的修改把圖表 5 改壞了，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折線完全不見了。請幫我還原圖表 5 的組合圖，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恢復成預算(淺藍柱狀)+實際(深藍柱狀)+差異率(暗紅折線副軸)。"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8412480" cy="100584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94760"/>
            <a:ext cx="54864" cy="91440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84048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Git 回退（進階）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97280" y="4160520"/>
            <a:ext cx="7406640" cy="502920"/>
          </a:xfrm>
          <a:prstGeom prst="rect">
            <a:avLst>
              <a:gd name="adj" fmla="val 9091"/>
            </a:avLst>
          </a:prstGeom>
          <a:solidFill>
            <a:srgbClr val="1E1E1E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4251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chart_generator_copilot.py   # 看改了什麼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-- chart_generator_copilot.py  # 還原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檔案對應表：改哪個檔案？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01168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來源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chart_generator_gemini.py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Gemini CLI 產出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要改 Gemini 版就指定這個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chart_generator_copilot.py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Copilot 產出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要改 Copilot 版就指定這個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chart_generator_original.py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原始備份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改壞時可從這裡還原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output_gemini/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Gemini 產出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Gemini 的 9 個 Excel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output_copilot/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Copilot 產出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Copilot 的 9 個 Excel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output/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目前使用中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重跑腳本後產出到這裡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114800"/>
            <a:ext cx="8595360" cy="640080"/>
          </a:xfrm>
          <a:prstGeom prst="rect">
            <a:avLst>
              <a:gd name="adj" fmla="val 7143"/>
            </a:avLst>
          </a:prstGeom>
          <a:solidFill>
            <a:srgbClr val="FDEAEA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注意：改 Gemini 的就指定 gemini 的檔案，改 Copilot 的就指定 copilot 的，不要搞混！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修改圖表的完整流程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118872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決定改什麼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格式？資料？新功能？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188720"/>
            <a:ext cx="548640" cy="548640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5740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寫修改指令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5740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指定檔案 + 圖表 + 目標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1188720"/>
            <a:ext cx="548640" cy="5486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4048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 AI 工具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-p 或 copilot -p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548640" cy="54864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2356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確認結果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 output/ 的 Excel 檢查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01000" y="118872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0664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不滿意？再修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0664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描述問題，再下一次指令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實際操作範例：第一輪修改 → 第二輪微調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3063240"/>
            <a:ext cx="8412480" cy="1645920"/>
          </a:xfrm>
          <a:prstGeom prst="rect">
            <a:avLst>
              <a:gd name="adj" fmla="val 2778"/>
            </a:avLst>
          </a:prstGeom>
          <a:solidFill>
            <a:srgbClr val="1E1E1E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15468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第一輪：改 Y 軸單位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"修改 chart_generator_copilot.py，圖表 1 Y 軸改萬元。改完執行。"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看完結果發現標題也要改 → 第二輪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"修改 chart_generator_copilot.py，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圖表 1 標題改為「2025 年各區域月度營收趨勢（萬元）」。改完執行。"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常用修改指令速查表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583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想改的東西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Prompt 關鍵字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軸單位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「Y 軸改為萬元，數值除以 10000，格式 #,##0」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配色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「北區改為 #2F5496，南區改為 #548235」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「標題改為「XXXX」，字體 16pt 粗體」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圖表大小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「圖表寬度改為 30、高度 18」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圖表位置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「圖表移到 A20 儲存格」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折線樣式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「折線改虛線、寬度 30000 EMU、加圓形 marker」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資料標籤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「顯示數值標籤，位置在柱狀頂部」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條件格式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「達成率 ≥100% 綠色底 #C6EFCE」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篩選資料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「只顯示 Q4 資料 / 只顯示北區和南區」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圖例位置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「圖例移到圖表下方」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網格線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「加灰色網格線 #D9D9D9，虛線樣式」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143000"/>
            <a:ext cx="365760" cy="36576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 Gemini 版就指定 gemini 檔案，改 Copilot 版就指定 copilot 檔案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兩份程式碼架構不同，不要搞混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11680"/>
            <a:ext cx="54864" cy="73152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改完一定要求 AI 執行腳本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只改程式碼但沒跑，output/ 裡的 Excel 不會更新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841248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71800"/>
            <a:ext cx="54864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小改動可以一次下多項；大改動一次改一張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一次改太多如果出錯很難排查是哪裡壞掉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841248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31920"/>
            <a:ext cx="54864" cy="731520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原始備份在 chart_generator_original.py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改壞了隨時可以還原，不怕實驗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課後練習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請選擇一個練習，實際操作修改圖表：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685800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502920" cy="228600"/>
          </a:xfrm>
          <a:prstGeom prst="rect">
            <a:avLst>
              <a:gd name="adj" fmla="val 12000"/>
            </a:avLst>
          </a:prstGeom>
          <a:solidFill>
            <a:srgbClr val="54823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813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初級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修改配色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14447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把圖表 1 折線圖的四個區域配色改為：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北區=#1F77B4，中區=#FF7F0E，南區=#2CA02C，東區=#D62728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41248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31720"/>
            <a:ext cx="54864" cy="685800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395728"/>
            <a:ext cx="502920" cy="228600"/>
          </a:xfrm>
          <a:prstGeom prst="rect">
            <a:avLst>
              <a:gd name="adj" fmla="val 12000"/>
            </a:avLst>
          </a:prstGeom>
          <a:solidFill>
            <a:srgbClr val="54823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3957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8016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修改標題和字體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23591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所有圖表標題改為 16pt，Y 軸標題改為 12pt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841248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46120"/>
            <a:ext cx="54864" cy="68580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10128"/>
            <a:ext cx="502920" cy="228600"/>
          </a:xfrm>
          <a:prstGeom prst="rect">
            <a:avLst>
              <a:gd name="adj" fmla="val 12000"/>
            </a:avLst>
          </a:prstGeom>
          <a:solidFill>
            <a:srgbClr val="BF8F0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3101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801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加條件式格式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32735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圖表 4 業務員排名加上紅綠燈條件格式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（達成率 ≥100% 綠、80-99% 黃、&lt;80% 紅）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841248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160520"/>
            <a:ext cx="54864" cy="685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224528"/>
            <a:ext cx="502920" cy="228600"/>
          </a:xfrm>
          <a:prstGeom prst="rect">
            <a:avLst>
              <a:gd name="adj" fmla="val 12000"/>
            </a:avLst>
          </a:prstGeom>
          <a:solidFill>
            <a:srgbClr val="C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224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8016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改資料範圍 + 圖表類型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0" y="41879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圖表 8 堆疊柱狀圖改為百分比堆疊，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並加上每個區塊的百分比資料標籤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36576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重點回顧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 指定檔案路徑 + 指定哪張圖表 + 說清楚要改什麼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 改完一定要求 AI 執行腳本確認結果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 小步快跑：一次改一點，確認 OK 再改下一個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 改壞不怕，備份隨時可以還原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不怕你改，只怕你不說清楚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如何修改 AI 產出的圖表 — 指令教學</dc:title>
  <dc:subject>PptxGenJS Presentation</dc:subject>
  <dc:creator>Excel AI Tutorial</dc:creator>
  <cp:lastModifiedBy>Excel AI Tutorial</cp:lastModifiedBy>
  <cp:revision>1</cp:revision>
  <dcterms:created xsi:type="dcterms:W3CDTF">2026-03-13T09:55:14Z</dcterms:created>
  <dcterms:modified xsi:type="dcterms:W3CDTF">2026-03-13T09:55:14Z</dcterms:modified>
</cp:coreProperties>
</file>