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AI 完成 HR 資料處理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不會寫程式也能自動化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 |  GitHub Copilot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× AI 自動化教學課程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今日學習目標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Prompt 撰寫原則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691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學會「角色→情境→任務→格式→驗證」五大結構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514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 AI CLI 工具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926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實際運行 Gemini CLI 與 Copilot，用說的就能寫出程式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HR 自動化案例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160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資料清理、異常偵測、摘要報表、通知信產出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日常痛點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多檔比對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退休名冊、健保清單、給付通知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三份 Excel 手動比對極易出錯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格式不一致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 2025/06/30 vs 2025-06-30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身分證字號大小寫混用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645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重複與矛盾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同一員工編號在不同檔案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姓名不一致、資料重複登錄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73152" cy="1645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人工出錯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複製貼上失誤、公式拉錯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每次處理耗時數小時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程式碼工具介紹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「用說的就能寫出程式」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3931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提供的 AI 命令列工具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直接在終端機下指令，自動產生程式碼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支援檔案讀寫、執行腳本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-p "&lt;Prompt&gt;" -y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3931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Copilot CLI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/ Microsoft 提供的 AI 工具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同樣在終端機執行，AI 自動寫程式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內建程式碼分析與執行能力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"&lt;Prompt&gt;" --allow-all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環境準備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只需要安裝三個套件，不需要 API Key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  安裝 Python 套件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numpy openpyxl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  安裝 Gemini CLI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29184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@google/gemini-cli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2918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  安裝 Copilot CLI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3840480"/>
            <a:ext cx="3291840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案例情境：3 份 HR Excel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退休名冊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retirement_roster.xlsx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1430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員工編號、姓名、身分證字號、部門、職等、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出生日期、到職日、預計退休日、備註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健保轉出清單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nhi_transfer_list.xlsx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468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員工編號、姓名、身分證字號、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轉出日期、投保金額、投保區分、備註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73152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給付通知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payment_notification.xlsx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3794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員工編號、姓名、給付類型、應付金額、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銀行代碼、帳號、發放日期、備註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資料中的問題 與 處理流程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髒資料類型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姓名前後多餘空白：" 王淑芬"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日期格式混用：2025/06/30 vs 2025-06-30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身分證字號大小寫混用：a123456789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隱藏亂碼：零寬字元 \u200b、BOM \ufeff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投保金額為負數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預計退休日早於到職日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同一員工跨檔姓名不一致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097280"/>
            <a:ext cx="3200400" cy="77724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097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raw/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2057400"/>
            <a:ext cx="3200400" cy="777240"/>
          </a:xfrm>
          <a:prstGeom prst="rect">
            <a:avLst/>
          </a:prstGeom>
          <a:solidFill>
            <a:srgbClr val="EF6C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清理規則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 條)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3017520"/>
            <a:ext cx="3200400" cy="7772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異常檢測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(6+2+2+1 規則)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794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0" y="3977640"/>
            <a:ext cx="3200400" cy="7772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 + 通知信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五大原則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5214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明確指定輸入與輸出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399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 AI 讀什麼檔案、結果存到哪裡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2938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分任務描述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1762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把大任務拆成小任務，逐一描述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0662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具體列出檢查規則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953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明確寫出每一條規則，不用模糊說法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48386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提供輸出格式範本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730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{xxx} 佔位符給模板，AI 直接填空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說明資料關聯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507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 AI 三份檔案之間的關係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原則詳解（一）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原則一：明確指定輸入與輸出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749040" cy="5486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 幫我處理 HR 資料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749040" cy="21031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請讀取 hr_demo/raw/ 目錄下的三份 Excel：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retirement_roster.xlsx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nhi_transfer_list.xlsx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payment_notification.xlsx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處理結果請輸出到 hr_demo/output/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原則二：分任務描述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749040" cy="5486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 把資料整理好然後產出報表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3749040" cy="21031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任務一：自動清理資料格式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（姓名去空白、日期統一、身分證轉大寫）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任務二：異常報告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（格式異常、邏輯異常、跨檔比對）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任務三：摘要報表 + 通知信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原則詳解（二）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原則三：具體列出檢查規則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474720" cy="6858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898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檢查有沒有錯誤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402336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898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身分證字號必須是 1碼大寫英文+9碼數字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投保金額不得為負數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銀行代碼必須是 3 碼數字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原則四：提供輸出格式範本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474720" cy="6858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15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產一封通知信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97480"/>
            <a:ext cx="402336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7157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【退休離職通知】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{姓名} 先生/女士 您好：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退休生效日為 {預計退休日}…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原則五：說明資料關聯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74720" cy="6858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把三份資料合在一起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023360"/>
            <a:ext cx="402336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041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三份檔案以「員工編號」做 inner join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只保留三份都有出現的員工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Prompt 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指定腳本與路徑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 hr_demo/ 目錄下建立 process_data.py，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hr_demo/raw/ 的三份原始 Excel…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任務一：清理規則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姓名去空白、日期統一 YYYY-MM-DD、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身分證轉大寫、移除零寬字元…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任務二：異常報告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 Sheet：格式異常、邏輯異常、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跨檔比對、重複資料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31720"/>
            <a:ext cx="411480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任務三：摘要報表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 + 退休人員總表 + 給付明細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57600"/>
            <a:ext cx="411480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通知信模板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【退休離職通知】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{姓名} 先生/女士 您好：…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驗證要求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完成後列出 output 目錄的所有檔案，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並顯示儀表板內容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執行畫面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真實終端機記錄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gemini -p "$(cat hr_demo/prompt.txt)" -y -o text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mode is enabled. All tool calls will be automatically approved.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cached credentials.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我將開始執行您的需求，首先檢查 hr_demo/raw/ 目錄下的原始檔案結構…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我將撰寫腳本來確認 payment_notification.xlsx 的確切欄位名稱…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我將參考 process_data_original.py 並撰寫 process_data.py…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執行腳本…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已成功建立並執行 hr_demo/process_data.py，完成資料清理、異常偵測及摘要報表產出。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產出結果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總覽儀表板（真實資料）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退休名冊筆數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健保清單筆數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給付通知筆數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格式異常總數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邏輯異常總數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跨檔異常總數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重複資料總數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產出檔案清單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50876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cleaned_retirement_roster.xlsx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cleaned_nhi_transfer_list.xlsx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cleaned_payment_notification.xlsx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anomaly_report.xlsx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summary_report.xlsx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notification_letters.txt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從零寫出 process_data.py，產生 6 個檔案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執行畫面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真實終端機記錄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-p "$(cat hr_demo/prompt.txt)" --allow-all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List directory hr_demo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15 files found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Glob "hr_demo/raw/*.xlsx"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3 files found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Read hr_demo\generate_data.py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Read hr_demo\process_data_original.py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Copy process_data_original.py to process_data.py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Run process_data.py with conda python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List output files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Print 總覽儀表板 content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session time: 1m 19s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產出結果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總覽儀表板（真實資料）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退休名冊筆數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健保清單筆數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給付通知筆數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格式異常筆數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邏輯異常筆數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跨檔比對異常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重複資料筆數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異常總計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清理前資料品質率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65.3%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清理後品質率（格式）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108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執行統計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1874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時間：54s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總時間：1m 19s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模型：claude-sonnet-4.6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Premium 請求：1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3383280"/>
            <a:ext cx="3108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 6 個檔案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5216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Gemini 產出相同檔案結構，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但異常數量不同（檢測更嚴格）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雙工具比較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20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CLI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Copilot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產出檔案數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程式碼產生方式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從零寫出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6C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複用現有腳本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格式異常數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邏輯異常數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跨檔異常數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執行時間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5-8 分鐘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分 19 秒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自主性高，從頭理解需求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善用現有資源，執行快速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重點：同一個 Prompt，不同工具會有不同的解題策略，但都能完成任務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異常報告解析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真實產出的 anomaly_report.xlsx 包含 4 個工作表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99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 1：格式異常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欄位：來源檔案 | 列號 | 欄位名稱 | 原始值 | 問題描述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56232"/>
            <a:ext cx="786384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56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範例：給付通知 | 5 | 應付金額 | 0 | 應付金額為 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134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 2：邏輯異常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5420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欄位：來源檔案 | 列號 | 問題描述 | 相關欄位值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70632"/>
            <a:ext cx="786384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706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範例：退休名冊 | 8 | 預計退休日早於到職日 | 2011-09-15 &lt; 2015-03-01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27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 3：跨檔比對異常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4564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欄位：員工編號 | 問題描述 | 檔案一值 | 檔案二值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685032"/>
            <a:ext cx="786384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85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範例：EMP003 | 姓名不一致 | 王小明 | 王永明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422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 4：重複資料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3708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欄位：來源檔案 | 員工編號 | 出現次數 | 相關列號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599432"/>
            <a:ext cx="7863840" cy="228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5994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範例：退休名冊 | EMP010 | 2 | 10, 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通知信範例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真實產出的 notification_letters.txt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【退休離職通知】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周冠宇 先生/女士 您好：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感謝您在本公司 財務部 服務多年。您的退休生效日為 </a:t>
            </a:r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2011年09月15日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相關退休給付金額為新台幣 </a:t>
            </a:r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1,460,771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元整，將於 </a:t>
            </a:r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2025年06月21日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撥入您指定帳戶。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健保將於 </a:t>
            </a:r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2026年01月08日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辦理轉出。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如有任何疑問，請洽人力資源部。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日期使用 YYYY年MM月15日 格式  |  金額加入千分位逗號  |  每封通知間用 --- 分隔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常見錯誤與改進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24712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需求太籠統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請幫我整理 Excel 資料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指定具體操作與檔案路徑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929384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9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檢查標準不明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檢查有沒有錯誤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逐條列出可判斷的規則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734056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報表結構不清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產出報表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7980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指定 Sheet 名稱、欄位、結構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538728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465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合併方式不明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把三份資料合在一起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指定 inner/left/outer join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343400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沒有驗證步驟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(結尾無驗證要求)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要求顯示結果以立即確認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延伸應用 與 練習建議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 Prompt 技巧，可以應用在更多 HR 場景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薪資調整審核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比對薪資表與人事異動單，檢查調薪是否合規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勞健保加退保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比對加保名單與在職名單，找出漏保員工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考績結算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彙整各部門考績分數，產出排名與獎金計算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61188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教育訓練統計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整合訓練記錄，產出部門完訓率報表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完成 HR 資料處理</dc:title>
  <dc:subject>PptxGenJS Presentation</dc:subject>
  <dc:creator>Excel AI Tutorial</dc:creator>
  <cp:lastModifiedBy>Excel AI Tutorial</cp:lastModifiedBy>
  <cp:revision>1</cp:revision>
  <dcterms:created xsi:type="dcterms:W3CDTF">2026-03-12T10:06:51Z</dcterms:created>
  <dcterms:modified xsi:type="dcterms:W3CDTF">2026-03-12T10:06:51Z</dcterms:modified>
</cp:coreProperties>
</file>